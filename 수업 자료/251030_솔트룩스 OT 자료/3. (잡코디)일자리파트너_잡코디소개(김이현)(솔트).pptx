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84" r:id="rId2"/>
  </p:sldIdLst>
  <p:sldSz cx="10693400" cy="7561263"/>
  <p:notesSz cx="6858000" cy="9144000"/>
  <p:embeddedFontLst>
    <p:embeddedFont>
      <p:font typeface="나눔바른고딕" panose="020B0600000101010101" charset="-127"/>
      <p:regular r:id="rId5"/>
      <p:bold r:id="rId6"/>
    </p:embeddedFont>
    <p:embeddedFont>
      <p:font typeface="나눔고딕 ExtraBold" panose="020D0904000000000000" pitchFamily="50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1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CC710D6-83C6-466A-9580-F01030D87801}">
          <p14:sldIdLst>
            <p14:sldId id="384"/>
          </p14:sldIdLst>
        </p14:section>
        <p14:section name="제목 없는 구역" id="{0F2A10DF-B86E-4D00-A1FC-E38F35EE3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B12D"/>
    <a:srgbClr val="0000FF"/>
    <a:srgbClr val="83C620"/>
    <a:srgbClr val="CFD95A"/>
    <a:srgbClr val="009900"/>
    <a:srgbClr val="D7E874"/>
    <a:srgbClr val="00CC66"/>
    <a:srgbClr val="FFFFFF"/>
    <a:srgbClr val="2FB352"/>
    <a:srgbClr val="310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4C30E1-5278-45AA-928E-2FACF4DBBCAC}" v="8" dt="2024-10-21T08:21:3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48" autoAdjust="0"/>
  </p:normalViewPr>
  <p:slideViewPr>
    <p:cSldViewPr>
      <p:cViewPr varScale="1">
        <p:scale>
          <a:sx n="97" d="100"/>
          <a:sy n="97" d="100"/>
        </p:scale>
        <p:origin x="1440" y="96"/>
      </p:cViewPr>
      <p:guideLst>
        <p:guide orient="horz" pos="2382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452" y="-8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현 김" userId="047fe9a45840c217" providerId="LiveId" clId="{7B4C30E1-5278-45AA-928E-2FACF4DBBCAC}"/>
    <pc:docChg chg="undo custSel modSld">
      <pc:chgData name="이현 김" userId="047fe9a45840c217" providerId="LiveId" clId="{7B4C30E1-5278-45AA-928E-2FACF4DBBCAC}" dt="2024-10-21T08:35:24.526" v="1213" actId="207"/>
      <pc:docMkLst>
        <pc:docMk/>
      </pc:docMkLst>
      <pc:sldChg chg="addSp delSp modSp mod">
        <pc:chgData name="이현 김" userId="047fe9a45840c217" providerId="LiveId" clId="{7B4C30E1-5278-45AA-928E-2FACF4DBBCAC}" dt="2024-10-21T08:35:24.526" v="1213" actId="207"/>
        <pc:sldMkLst>
          <pc:docMk/>
          <pc:sldMk cId="3307082282" sldId="384"/>
        </pc:sldMkLst>
        <pc:spChg chg="add mod">
          <ac:chgData name="이현 김" userId="047fe9a45840c217" providerId="LiveId" clId="{7B4C30E1-5278-45AA-928E-2FACF4DBBCAC}" dt="2024-10-21T08:29:36.813" v="1157" actId="1076"/>
          <ac:spMkLst>
            <pc:docMk/>
            <pc:sldMk cId="3307082282" sldId="384"/>
            <ac:spMk id="2" creationId="{647B19A7-605B-C444-D69D-10877435EE88}"/>
          </ac:spMkLst>
        </pc:spChg>
        <pc:spChg chg="mod">
          <ac:chgData name="이현 김" userId="047fe9a45840c217" providerId="LiveId" clId="{7B4C30E1-5278-45AA-928E-2FACF4DBBCAC}" dt="2024-10-21T08:30:29.085" v="1164" actId="255"/>
          <ac:spMkLst>
            <pc:docMk/>
            <pc:sldMk cId="3307082282" sldId="384"/>
            <ac:spMk id="4" creationId="{FD4F37FB-508A-598D-07F0-87893CF66DFA}"/>
          </ac:spMkLst>
        </pc:spChg>
        <pc:spChg chg="mod">
          <ac:chgData name="이현 김" userId="047fe9a45840c217" providerId="LiveId" clId="{7B4C30E1-5278-45AA-928E-2FACF4DBBCAC}" dt="2024-10-21T08:33:09.305" v="1205" actId="2711"/>
          <ac:spMkLst>
            <pc:docMk/>
            <pc:sldMk cId="3307082282" sldId="384"/>
            <ac:spMk id="7" creationId="{5C7745AE-AF85-D84E-E3A8-8EB46CB020C0}"/>
          </ac:spMkLst>
        </pc:spChg>
        <pc:spChg chg="mod">
          <ac:chgData name="이현 김" userId="047fe9a45840c217" providerId="LiveId" clId="{7B4C30E1-5278-45AA-928E-2FACF4DBBCAC}" dt="2024-10-21T08:34:18.476" v="1212" actId="2711"/>
          <ac:spMkLst>
            <pc:docMk/>
            <pc:sldMk cId="3307082282" sldId="384"/>
            <ac:spMk id="29" creationId="{9C63F46F-96AE-4330-81D6-902724B21F00}"/>
          </ac:spMkLst>
        </pc:spChg>
        <pc:spChg chg="mod">
          <ac:chgData name="이현 김" userId="047fe9a45840c217" providerId="LiveId" clId="{7B4C30E1-5278-45AA-928E-2FACF4DBBCAC}" dt="2024-10-21T08:34:03.833" v="1210" actId="2711"/>
          <ac:spMkLst>
            <pc:docMk/>
            <pc:sldMk cId="3307082282" sldId="384"/>
            <ac:spMk id="31" creationId="{4A62CF46-FE3F-4E2C-A54F-D65BF9B3C58B}"/>
          </ac:spMkLst>
        </pc:spChg>
        <pc:spChg chg="mod">
          <ac:chgData name="이현 김" userId="047fe9a45840c217" providerId="LiveId" clId="{7B4C30E1-5278-45AA-928E-2FACF4DBBCAC}" dt="2024-10-21T08:31:09.001" v="1168" actId="113"/>
          <ac:spMkLst>
            <pc:docMk/>
            <pc:sldMk cId="3307082282" sldId="384"/>
            <ac:spMk id="50" creationId="{AA55801E-41CF-4E32-829B-DCFAAB008000}"/>
          </ac:spMkLst>
        </pc:spChg>
        <pc:spChg chg="mod">
          <ac:chgData name="이현 김" userId="047fe9a45840c217" providerId="LiveId" clId="{7B4C30E1-5278-45AA-928E-2FACF4DBBCAC}" dt="2024-10-21T08:33:40.713" v="1207" actId="2711"/>
          <ac:spMkLst>
            <pc:docMk/>
            <pc:sldMk cId="3307082282" sldId="384"/>
            <ac:spMk id="60" creationId="{0809B955-88DA-45AF-BE7C-D3B4987996D3}"/>
          </ac:spMkLst>
        </pc:spChg>
        <pc:spChg chg="mod">
          <ac:chgData name="이현 김" userId="047fe9a45840c217" providerId="LiveId" clId="{7B4C30E1-5278-45AA-928E-2FACF4DBBCAC}" dt="2024-10-21T08:19:42.020" v="1123" actId="2711"/>
          <ac:spMkLst>
            <pc:docMk/>
            <pc:sldMk cId="3307082282" sldId="384"/>
            <ac:spMk id="61" creationId="{0809B955-88DA-45AF-BE7C-D3B4987996D3}"/>
          </ac:spMkLst>
        </pc:spChg>
        <pc:spChg chg="mod">
          <ac:chgData name="이현 김" userId="047fe9a45840c217" providerId="LiveId" clId="{7B4C30E1-5278-45AA-928E-2FACF4DBBCAC}" dt="2024-10-21T06:39:32.797" v="876" actId="14100"/>
          <ac:spMkLst>
            <pc:docMk/>
            <pc:sldMk cId="3307082282" sldId="384"/>
            <ac:spMk id="72" creationId="{023C497C-22C0-4331-85E4-5353C018CA0D}"/>
          </ac:spMkLst>
        </pc:spChg>
        <pc:spChg chg="mod">
          <ac:chgData name="이현 김" userId="047fe9a45840c217" providerId="LiveId" clId="{7B4C30E1-5278-45AA-928E-2FACF4DBBCAC}" dt="2024-10-21T08:32:59.310" v="1204" actId="2711"/>
          <ac:spMkLst>
            <pc:docMk/>
            <pc:sldMk cId="3307082282" sldId="384"/>
            <ac:spMk id="75" creationId="{CF6697C6-F675-4D15-BF63-F70472897F94}"/>
          </ac:spMkLst>
        </pc:spChg>
        <pc:spChg chg="mod">
          <ac:chgData name="이현 김" userId="047fe9a45840c217" providerId="LiveId" clId="{7B4C30E1-5278-45AA-928E-2FACF4DBBCAC}" dt="2024-10-21T08:29:32.077" v="1156" actId="1076"/>
          <ac:spMkLst>
            <pc:docMk/>
            <pc:sldMk cId="3307082282" sldId="384"/>
            <ac:spMk id="82" creationId="{20B2A347-53B6-41B8-ACF4-1CC6EFF77AE6}"/>
          </ac:spMkLst>
        </pc:spChg>
        <pc:spChg chg="mod">
          <ac:chgData name="이현 김" userId="047fe9a45840c217" providerId="LiveId" clId="{7B4C30E1-5278-45AA-928E-2FACF4DBBCAC}" dt="2024-10-21T08:33:27.162" v="1206" actId="2711"/>
          <ac:spMkLst>
            <pc:docMk/>
            <pc:sldMk cId="3307082282" sldId="384"/>
            <ac:spMk id="83" creationId="{A612D3CD-C6AD-41EF-828C-F1B81005EF14}"/>
          </ac:spMkLst>
        </pc:spChg>
        <pc:spChg chg="mod">
          <ac:chgData name="이현 김" userId="047fe9a45840c217" providerId="LiveId" clId="{7B4C30E1-5278-45AA-928E-2FACF4DBBCAC}" dt="2024-10-21T08:35:24.526" v="1213" actId="207"/>
          <ac:spMkLst>
            <pc:docMk/>
            <pc:sldMk cId="3307082282" sldId="384"/>
            <ac:spMk id="85" creationId="{0809B955-88DA-45AF-BE7C-D3B4987996D3}"/>
          </ac:spMkLst>
        </pc:spChg>
        <pc:spChg chg="mod">
          <ac:chgData name="이현 김" userId="047fe9a45840c217" providerId="LiveId" clId="{7B4C30E1-5278-45AA-928E-2FACF4DBBCAC}" dt="2024-10-21T08:32:52.048" v="1203" actId="2711"/>
          <ac:spMkLst>
            <pc:docMk/>
            <pc:sldMk cId="3307082282" sldId="384"/>
            <ac:spMk id="89" creationId="{CF6697C6-F675-4D15-BF63-F70472897F94}"/>
          </ac:spMkLst>
        </pc:spChg>
        <pc:spChg chg="mod">
          <ac:chgData name="이현 김" userId="047fe9a45840c217" providerId="LiveId" clId="{7B4C30E1-5278-45AA-928E-2FACF4DBBCAC}" dt="2024-10-21T08:30:17.060" v="1163" actId="255"/>
          <ac:spMkLst>
            <pc:docMk/>
            <pc:sldMk cId="3307082282" sldId="384"/>
            <ac:spMk id="90" creationId="{1B0DC4EC-FC53-CBD0-83D6-EFF28D28BB34}"/>
          </ac:spMkLst>
        </pc:spChg>
        <pc:spChg chg="mod">
          <ac:chgData name="이현 김" userId="047fe9a45840c217" providerId="LiveId" clId="{7B4C30E1-5278-45AA-928E-2FACF4DBBCAC}" dt="2024-10-21T08:32:42.115" v="1202" actId="2711"/>
          <ac:spMkLst>
            <pc:docMk/>
            <pc:sldMk cId="3307082282" sldId="384"/>
            <ac:spMk id="95" creationId="{AF2656C3-7A1A-7163-0AAC-54EA7F781EEB}"/>
          </ac:spMkLst>
        </pc:spChg>
        <pc:grpChg chg="mod">
          <ac:chgData name="이현 김" userId="047fe9a45840c217" providerId="LiveId" clId="{7B4C30E1-5278-45AA-928E-2FACF4DBBCAC}" dt="2024-10-21T08:13:34.461" v="966" actId="1076"/>
          <ac:grpSpMkLst>
            <pc:docMk/>
            <pc:sldMk cId="3307082282" sldId="384"/>
            <ac:grpSpMk id="5" creationId="{74D8A026-90C8-D596-5B98-40FD45D8707B}"/>
          </ac:grpSpMkLst>
        </pc:grpChg>
        <pc:picChg chg="del">
          <ac:chgData name="이현 김" userId="047fe9a45840c217" providerId="LiveId" clId="{7B4C30E1-5278-45AA-928E-2FACF4DBBCAC}" dt="2024-10-21T06:57:40.282" v="878" actId="478"/>
          <ac:picMkLst>
            <pc:docMk/>
            <pc:sldMk cId="3307082282" sldId="384"/>
            <ac:picMk id="3" creationId="{4FF5DDC0-F24F-AFE6-0FA8-A00405045B71}"/>
          </ac:picMkLst>
        </pc:picChg>
        <pc:picChg chg="add mod">
          <ac:chgData name="이현 김" userId="047fe9a45840c217" providerId="LiveId" clId="{7B4C30E1-5278-45AA-928E-2FACF4DBBCAC}" dt="2024-10-21T07:02:39.138" v="883" actId="1076"/>
          <ac:picMkLst>
            <pc:docMk/>
            <pc:sldMk cId="3307082282" sldId="384"/>
            <ac:picMk id="9" creationId="{739CCDA3-846D-3F2A-533B-7022527E3491}"/>
          </ac:picMkLst>
        </pc:picChg>
        <pc:picChg chg="add mod">
          <ac:chgData name="이현 김" userId="047fe9a45840c217" providerId="LiveId" clId="{7B4C30E1-5278-45AA-928E-2FACF4DBBCAC}" dt="2024-10-21T08:24:35.339" v="1154" actId="1076"/>
          <ac:picMkLst>
            <pc:docMk/>
            <pc:sldMk cId="3307082282" sldId="384"/>
            <ac:picMk id="11" creationId="{A3DB9CDB-9F28-B558-0F7C-AF39EB3FA13D}"/>
          </ac:picMkLst>
        </pc:picChg>
        <pc:picChg chg="del">
          <ac:chgData name="이현 김" userId="047fe9a45840c217" providerId="LiveId" clId="{7B4C30E1-5278-45AA-928E-2FACF4DBBCAC}" dt="2024-10-21T08:10:43.062" v="885" actId="478"/>
          <ac:picMkLst>
            <pc:docMk/>
            <pc:sldMk cId="3307082282" sldId="384"/>
            <ac:picMk id="48" creationId="{54EB1925-D796-473C-A407-590F594A03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18CA8F9-8300-4AC7-AF40-B4A94A3486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861FF2-8F8B-4C97-B291-108021E5E6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89CD2-1007-4AC8-B4D5-BCCAA0863E6C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E92DAF-0402-4142-936E-AB05D74903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0A94BE-435F-4B15-AA0E-AA0E743DD6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B2EB0-7E49-471C-BC1F-60BCDF30D5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43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4F11E-1AA2-43D0-B397-27329FCF1B4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A74E7-AF4A-4BEF-8F85-2E554881C88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0944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08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2164" y="756295"/>
            <a:ext cx="9623425" cy="126047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2388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B3109B25-F1AA-4344-88E1-7F874827A3FD}"/>
              </a:ext>
            </a:extLst>
          </p:cNvPr>
          <p:cNvSpPr txBox="1">
            <a:spLocks/>
          </p:cNvSpPr>
          <p:nvPr userDrawn="1"/>
        </p:nvSpPr>
        <p:spPr>
          <a:xfrm>
            <a:off x="76927" y="7286163"/>
            <a:ext cx="302968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84D2058-D877-4FF6-A756-E21DCC018A1D}" type="slidenum">
              <a:rPr lang="en-GB" sz="10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pPr algn="ctr"/>
              <a:t>‹#›</a:t>
            </a:fld>
            <a:endParaRPr lang="en-GB" sz="1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226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30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5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hf hdr="0" ftr="0" dt="0"/>
  <p:txStyles>
    <p:titleStyle>
      <a:lvl1pPr algn="ctr" defTabSz="1043056" rtl="0" eaLnBrk="1" latinLnBrk="1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146" indent="-391146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47483" indent="-325955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633ED0E-5E52-4798-B103-6E938BB889C3}"/>
              </a:ext>
            </a:extLst>
          </p:cNvPr>
          <p:cNvSpPr/>
          <p:nvPr/>
        </p:nvSpPr>
        <p:spPr>
          <a:xfrm>
            <a:off x="533356" y="1710232"/>
            <a:ext cx="9626688" cy="5238751"/>
          </a:xfrm>
          <a:prstGeom prst="roundRect">
            <a:avLst>
              <a:gd name="adj" fmla="val 2182"/>
            </a:avLst>
          </a:prstGeom>
          <a:solidFill>
            <a:srgbClr val="A9D559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DD65020-8D72-42AB-8B61-C6F9838C1C5F}"/>
              </a:ext>
            </a:extLst>
          </p:cNvPr>
          <p:cNvSpPr/>
          <p:nvPr/>
        </p:nvSpPr>
        <p:spPr>
          <a:xfrm>
            <a:off x="2934000" y="1812809"/>
            <a:ext cx="7124700" cy="5036457"/>
          </a:xfrm>
          <a:prstGeom prst="roundRect">
            <a:avLst>
              <a:gd name="adj" fmla="val 14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4519B5-D0BC-48E5-AFB7-B2E337B6E7C9}"/>
              </a:ext>
            </a:extLst>
          </p:cNvPr>
          <p:cNvSpPr/>
          <p:nvPr/>
        </p:nvSpPr>
        <p:spPr>
          <a:xfrm>
            <a:off x="612228" y="1811378"/>
            <a:ext cx="2217890" cy="5036457"/>
          </a:xfrm>
          <a:prstGeom prst="roundRect">
            <a:avLst>
              <a:gd name="adj" fmla="val 3033"/>
            </a:avLst>
          </a:prstGeom>
          <a:solidFill>
            <a:srgbClr val="33C359">
              <a:alpha val="0"/>
            </a:srgbClr>
          </a:solidFill>
          <a:ln w="9525">
            <a:solidFill>
              <a:schemeClr val="bg1">
                <a:alpha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0CEA397-ED13-4B30-9DAD-468C45261CBD}"/>
              </a:ext>
            </a:extLst>
          </p:cNvPr>
          <p:cNvCxnSpPr>
            <a:cxnSpLocks/>
          </p:cNvCxnSpPr>
          <p:nvPr/>
        </p:nvCxnSpPr>
        <p:spPr>
          <a:xfrm>
            <a:off x="761722" y="3188219"/>
            <a:ext cx="1918902" cy="0"/>
          </a:xfrm>
          <a:prstGeom prst="line">
            <a:avLst/>
          </a:prstGeom>
          <a:solidFill>
            <a:srgbClr val="33C359">
              <a:alpha val="0"/>
            </a:srgbClr>
          </a:solidFill>
          <a:ln w="25400" cap="rnd">
            <a:solidFill>
              <a:schemeClr val="bg1">
                <a:alpha val="50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66B6652-8E00-4C43-906E-1FD3AE65BE66}"/>
              </a:ext>
            </a:extLst>
          </p:cNvPr>
          <p:cNvGrpSpPr/>
          <p:nvPr/>
        </p:nvGrpSpPr>
        <p:grpSpPr>
          <a:xfrm>
            <a:off x="1415091" y="1811379"/>
            <a:ext cx="612163" cy="582439"/>
            <a:chOff x="1358863" y="1589261"/>
            <a:chExt cx="724623" cy="689438"/>
          </a:xfrm>
        </p:grpSpPr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38904E1D-6442-422F-9B1B-4A3C4B024605}"/>
                </a:ext>
              </a:extLst>
            </p:cNvPr>
            <p:cNvSpPr/>
            <p:nvPr/>
          </p:nvSpPr>
          <p:spPr>
            <a:xfrm>
              <a:off x="1358863" y="1589261"/>
              <a:ext cx="724623" cy="689438"/>
            </a:xfrm>
            <a:prstGeom prst="round2SameRect">
              <a:avLst>
                <a:gd name="adj1" fmla="val 0"/>
                <a:gd name="adj2" fmla="val 89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CCE0282-3028-4033-917D-A633FD33522E}"/>
                </a:ext>
              </a:extLst>
            </p:cNvPr>
            <p:cNvSpPr txBox="1"/>
            <p:nvPr/>
          </p:nvSpPr>
          <p:spPr>
            <a:xfrm>
              <a:off x="1482092" y="1704133"/>
              <a:ext cx="478168" cy="47361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altLang="ko-KR" sz="2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A9D559"/>
                  </a:solidFill>
                  <a:latin typeface="나눔고딕 ExtraBold" pitchFamily="50" charset="-127"/>
                  <a:ea typeface="나눔고딕 ExtraBold" pitchFamily="50" charset="-127"/>
                </a:rPr>
                <a:t>05</a:t>
              </a:r>
              <a:endParaRPr lang="ko-KR" altLang="en-US" sz="2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A9D559"/>
                </a:solidFill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E2A425B-004B-4951-B069-F01324F297C8}"/>
              </a:ext>
            </a:extLst>
          </p:cNvPr>
          <p:cNvSpPr txBox="1"/>
          <p:nvPr/>
        </p:nvSpPr>
        <p:spPr>
          <a:xfrm>
            <a:off x="3258468" y="1836415"/>
            <a:ext cx="732276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캠퍼스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A1B96A-D5D7-4CEA-8F84-BC2087C105A7}"/>
              </a:ext>
            </a:extLst>
          </p:cNvPr>
          <p:cNvSpPr txBox="1"/>
          <p:nvPr/>
        </p:nvSpPr>
        <p:spPr>
          <a:xfrm>
            <a:off x="100219" y="2235071"/>
            <a:ext cx="504946" cy="40011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2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02.</a:t>
            </a:r>
            <a:endParaRPr lang="ko-KR" altLang="en-US" sz="2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63F46F-96AE-4330-81D6-902724B21F00}"/>
              </a:ext>
            </a:extLst>
          </p:cNvPr>
          <p:cNvSpPr txBox="1"/>
          <p:nvPr/>
        </p:nvSpPr>
        <p:spPr>
          <a:xfrm>
            <a:off x="1212688" y="608541"/>
            <a:ext cx="3234860" cy="40011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ko-KR" altLang="en-US" sz="2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나눔바른고딕" panose="020B0603020101020101" pitchFamily="50" charset="-127"/>
              </a:rPr>
              <a:t>도봉 캠퍼스 운영개요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A1B96A-D5D7-4CEA-8F84-BC2087C105A7}"/>
              </a:ext>
            </a:extLst>
          </p:cNvPr>
          <p:cNvSpPr txBox="1"/>
          <p:nvPr/>
        </p:nvSpPr>
        <p:spPr>
          <a:xfrm>
            <a:off x="533356" y="612279"/>
            <a:ext cx="504946" cy="40011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2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02.</a:t>
            </a:r>
            <a:endParaRPr lang="ko-KR" altLang="en-US" sz="26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62CF46-FE3F-4E2C-A54F-D65BF9B3C58B}"/>
              </a:ext>
            </a:extLst>
          </p:cNvPr>
          <p:cNvSpPr txBox="1"/>
          <p:nvPr/>
        </p:nvSpPr>
        <p:spPr>
          <a:xfrm>
            <a:off x="856726" y="2501036"/>
            <a:ext cx="1728894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나눔고딕 ExtraBold" pitchFamily="50" charset="-127"/>
              </a:rPr>
              <a:t>일자리 연계</a:t>
            </a:r>
            <a:endParaRPr lang="en-US" altLang="ko-KR" sz="18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a typeface="나눔고딕 ExtraBold" pitchFamily="50" charset="-127"/>
            </a:endParaRPr>
          </a:p>
          <a:p>
            <a:pPr algn="ctr"/>
            <a:r>
              <a:rPr lang="ko-KR" altLang="en-US" sz="1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a typeface="나눔고딕 ExtraBold" pitchFamily="50" charset="-127"/>
              </a:rPr>
              <a:t>프로그램</a:t>
            </a:r>
            <a:endParaRPr lang="en-US" altLang="ko-KR" sz="18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a typeface="나눔고딕 ExtraBold" pitchFamily="50" charset="-127"/>
            </a:endParaRPr>
          </a:p>
        </p:txBody>
      </p:sp>
      <p:sp>
        <p:nvSpPr>
          <p:cNvPr id="43" name="사각형: 둥근 모서리 59">
            <a:extLst>
              <a:ext uri="{FF2B5EF4-FFF2-40B4-BE49-F238E27FC236}">
                <a16:creationId xmlns:a16="http://schemas.microsoft.com/office/drawing/2014/main" id="{ADA0D811-F2C5-42B0-8FD9-595953015505}"/>
              </a:ext>
            </a:extLst>
          </p:cNvPr>
          <p:cNvSpPr/>
          <p:nvPr/>
        </p:nvSpPr>
        <p:spPr>
          <a:xfrm flipH="1">
            <a:off x="755984" y="3373406"/>
            <a:ext cx="1930378" cy="3315543"/>
          </a:xfrm>
          <a:prstGeom prst="roundRect">
            <a:avLst>
              <a:gd name="adj" fmla="val 30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8" y="6989308"/>
            <a:ext cx="709793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" name="그룹 26"/>
          <p:cNvGrpSpPr/>
          <p:nvPr/>
        </p:nvGrpSpPr>
        <p:grpSpPr>
          <a:xfrm>
            <a:off x="9467099" y="6948983"/>
            <a:ext cx="992169" cy="512698"/>
            <a:chOff x="9467099" y="6948983"/>
            <a:chExt cx="992169" cy="512698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7657" y="6948983"/>
              <a:ext cx="451611" cy="512698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9467099" y="6989308"/>
              <a:ext cx="560121" cy="4723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0CEA397-ED13-4B30-9DAD-468C45261CBD}"/>
              </a:ext>
            </a:extLst>
          </p:cNvPr>
          <p:cNvCxnSpPr>
            <a:cxnSpLocks/>
          </p:cNvCxnSpPr>
          <p:nvPr/>
        </p:nvCxnSpPr>
        <p:spPr>
          <a:xfrm>
            <a:off x="785829" y="4428703"/>
            <a:ext cx="1900533" cy="0"/>
          </a:xfrm>
          <a:prstGeom prst="line">
            <a:avLst/>
          </a:prstGeom>
          <a:solidFill>
            <a:srgbClr val="33C359">
              <a:alpha val="0"/>
            </a:srgbClr>
          </a:solidFill>
          <a:ln w="25400" cap="rnd">
            <a:solidFill>
              <a:schemeClr val="tx1">
                <a:lumMod val="75000"/>
                <a:lumOff val="25000"/>
                <a:alpha val="50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73" y="3472966"/>
            <a:ext cx="679118" cy="840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809B955-88DA-45AF-BE7C-D3B4987996D3}"/>
              </a:ext>
            </a:extLst>
          </p:cNvPr>
          <p:cNvSpPr txBox="1"/>
          <p:nvPr/>
        </p:nvSpPr>
        <p:spPr>
          <a:xfrm>
            <a:off x="1496563" y="3783007"/>
            <a:ext cx="1025923" cy="3216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a typeface="나눔바른고딕" panose="020B0603020101020101" pitchFamily="50" charset="-127"/>
              </a:rPr>
              <a:t>도봉캠퍼스</a:t>
            </a:r>
            <a:endParaRPr lang="en-US" altLang="ko-KR" sz="16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ea typeface="나눔바른고딕" panose="020B060302010102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09B955-88DA-45AF-BE7C-D3B4987996D3}"/>
              </a:ext>
            </a:extLst>
          </p:cNvPr>
          <p:cNvSpPr txBox="1"/>
          <p:nvPr/>
        </p:nvSpPr>
        <p:spPr>
          <a:xfrm>
            <a:off x="1193480" y="4842190"/>
            <a:ext cx="1096455" cy="3385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ea typeface="나눔바른고딕" panose="020B0603020101020101" pitchFamily="50" charset="-127"/>
              </a:rPr>
              <a:t>잡코디네이터</a:t>
            </a:r>
            <a:endParaRPr lang="en-US" altLang="ko-KR" sz="1600" b="1" dirty="0">
              <a:ln>
                <a:solidFill>
                  <a:schemeClr val="accent1">
                    <a:alpha val="0"/>
                  </a:schemeClr>
                </a:solidFill>
              </a:ln>
              <a:ea typeface="나눔바른고딕" panose="020B0603020101020101" pitchFamily="50" charset="-127"/>
            </a:endParaRP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03FD179C-A527-0279-D0E9-3F7F91FDEEEC}"/>
              </a:ext>
            </a:extLst>
          </p:cNvPr>
          <p:cNvSpPr txBox="1">
            <a:spLocks/>
          </p:cNvSpPr>
          <p:nvPr/>
        </p:nvSpPr>
        <p:spPr>
          <a:xfrm>
            <a:off x="3323384" y="2778035"/>
            <a:ext cx="6703836" cy="90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1500"/>
              </a:lnSpc>
              <a:buFont typeface="Arial" panose="020B0604020202020204" pitchFamily="34" charset="0"/>
              <a:buNone/>
            </a:pPr>
            <a:endParaRPr kumimoji="1" lang="x-none" altLang="en-US" sz="14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2" name="사각형: 둥근 모서리 55">
            <a:extLst>
              <a:ext uri="{FF2B5EF4-FFF2-40B4-BE49-F238E27FC236}">
                <a16:creationId xmlns:a16="http://schemas.microsoft.com/office/drawing/2014/main" id="{023C497C-22C0-4331-85E4-5353C018CA0D}"/>
              </a:ext>
            </a:extLst>
          </p:cNvPr>
          <p:cNvSpPr/>
          <p:nvPr/>
        </p:nvSpPr>
        <p:spPr>
          <a:xfrm>
            <a:off x="3063079" y="3204566"/>
            <a:ext cx="3620104" cy="16376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A9E5B55-BC5B-4119-9D7D-CEDE8E736954}"/>
              </a:ext>
            </a:extLst>
          </p:cNvPr>
          <p:cNvGrpSpPr/>
          <p:nvPr/>
        </p:nvGrpSpPr>
        <p:grpSpPr>
          <a:xfrm>
            <a:off x="3801017" y="2988543"/>
            <a:ext cx="1977731" cy="359810"/>
            <a:chOff x="3298425" y="3120088"/>
            <a:chExt cx="2551606" cy="596729"/>
          </a:xfrm>
        </p:grpSpPr>
        <p:sp>
          <p:nvSpPr>
            <p:cNvPr id="74" name="사각형: 둥근 모서리 56">
              <a:extLst>
                <a:ext uri="{FF2B5EF4-FFF2-40B4-BE49-F238E27FC236}">
                  <a16:creationId xmlns:a16="http://schemas.microsoft.com/office/drawing/2014/main" id="{12D38DA7-D70A-43A0-8C7B-7F8F0D389B9C}"/>
                </a:ext>
              </a:extLst>
            </p:cNvPr>
            <p:cNvSpPr/>
            <p:nvPr/>
          </p:nvSpPr>
          <p:spPr>
            <a:xfrm flipH="1">
              <a:off x="3298425" y="3120088"/>
              <a:ext cx="2551606" cy="596729"/>
            </a:xfrm>
            <a:prstGeom prst="roundRect">
              <a:avLst>
                <a:gd name="adj" fmla="val 9644"/>
              </a:avLst>
            </a:prstGeom>
            <a:solidFill>
              <a:srgbClr val="83C620"/>
            </a:solidFill>
            <a:ln w="2540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F6697C6-F675-4D15-BF63-F70472897F94}"/>
                </a:ext>
              </a:extLst>
            </p:cNvPr>
            <p:cNvSpPr txBox="1"/>
            <p:nvPr/>
          </p:nvSpPr>
          <p:spPr>
            <a:xfrm>
              <a:off x="4070635" y="3239800"/>
              <a:ext cx="1007187" cy="35730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나눔바른고딕" panose="020B0603020101020101" pitchFamily="50" charset="-127"/>
                </a:rPr>
                <a:t>주요 이력</a:t>
              </a:r>
            </a:p>
          </p:txBody>
        </p:sp>
      </p:grpSp>
      <p:sp>
        <p:nvSpPr>
          <p:cNvPr id="82" name="그래픽 233">
            <a:extLst>
              <a:ext uri="{FF2B5EF4-FFF2-40B4-BE49-F238E27FC236}">
                <a16:creationId xmlns:a16="http://schemas.microsoft.com/office/drawing/2014/main" id="{20B2A347-53B6-41B8-ACF4-1CC6EFF77AE6}"/>
              </a:ext>
            </a:extLst>
          </p:cNvPr>
          <p:cNvSpPr/>
          <p:nvPr/>
        </p:nvSpPr>
        <p:spPr>
          <a:xfrm>
            <a:off x="3474492" y="2082636"/>
            <a:ext cx="278530" cy="218028"/>
          </a:xfrm>
          <a:custGeom>
            <a:avLst/>
            <a:gdLst>
              <a:gd name="connsiteX0" fmla="*/ 277749 w 1023461"/>
              <a:gd name="connsiteY0" fmla="*/ 298228 h 801147"/>
              <a:gd name="connsiteX1" fmla="*/ 318707 w 1023461"/>
              <a:gd name="connsiteY1" fmla="*/ 371285 h 801147"/>
              <a:gd name="connsiteX2" fmla="*/ 416624 w 1023461"/>
              <a:gd name="connsiteY2" fmla="*/ 429768 h 801147"/>
              <a:gd name="connsiteX3" fmla="*/ 464820 w 1023461"/>
              <a:gd name="connsiteY3" fmla="*/ 573024 h 801147"/>
              <a:gd name="connsiteX4" fmla="*/ 450247 w 1023461"/>
              <a:gd name="connsiteY4" fmla="*/ 653415 h 801147"/>
              <a:gd name="connsiteX5" fmla="*/ 406432 w 1023461"/>
              <a:gd name="connsiteY5" fmla="*/ 725043 h 801147"/>
              <a:gd name="connsiteX6" fmla="*/ 334804 w 1023461"/>
              <a:gd name="connsiteY6" fmla="*/ 777716 h 801147"/>
              <a:gd name="connsiteX7" fmla="*/ 236887 w 1023461"/>
              <a:gd name="connsiteY7" fmla="*/ 798195 h 801147"/>
              <a:gd name="connsiteX8" fmla="*/ 67342 w 1023461"/>
              <a:gd name="connsiteY8" fmla="*/ 719233 h 801147"/>
              <a:gd name="connsiteX9" fmla="*/ 0 w 1023461"/>
              <a:gd name="connsiteY9" fmla="*/ 520446 h 801147"/>
              <a:gd name="connsiteX10" fmla="*/ 114014 w 1023461"/>
              <a:gd name="connsiteY10" fmla="*/ 204692 h 801147"/>
              <a:gd name="connsiteX11" fmla="*/ 406432 w 1023461"/>
              <a:gd name="connsiteY11" fmla="*/ 0 h 801147"/>
              <a:gd name="connsiteX12" fmla="*/ 473678 w 1023461"/>
              <a:gd name="connsiteY12" fmla="*/ 122777 h 801147"/>
              <a:gd name="connsiteX13" fmla="*/ 352330 w 1023461"/>
              <a:gd name="connsiteY13" fmla="*/ 200216 h 801147"/>
              <a:gd name="connsiteX14" fmla="*/ 277749 w 1023461"/>
              <a:gd name="connsiteY14" fmla="*/ 298228 h 801147"/>
              <a:gd name="connsiteX15" fmla="*/ 827437 w 1023461"/>
              <a:gd name="connsiteY15" fmla="*/ 301181 h 801147"/>
              <a:gd name="connsiteX16" fmla="*/ 868394 w 1023461"/>
              <a:gd name="connsiteY16" fmla="*/ 374237 h 801147"/>
              <a:gd name="connsiteX17" fmla="*/ 966311 w 1023461"/>
              <a:gd name="connsiteY17" fmla="*/ 432721 h 801147"/>
              <a:gd name="connsiteX18" fmla="*/ 1014508 w 1023461"/>
              <a:gd name="connsiteY18" fmla="*/ 575977 h 801147"/>
              <a:gd name="connsiteX19" fmla="*/ 999935 w 1023461"/>
              <a:gd name="connsiteY19" fmla="*/ 656368 h 801147"/>
              <a:gd name="connsiteX20" fmla="*/ 956120 w 1023461"/>
              <a:gd name="connsiteY20" fmla="*/ 727996 h 801147"/>
              <a:gd name="connsiteX21" fmla="*/ 884492 w 1023461"/>
              <a:gd name="connsiteY21" fmla="*/ 780669 h 801147"/>
              <a:gd name="connsiteX22" fmla="*/ 786575 w 1023461"/>
              <a:gd name="connsiteY22" fmla="*/ 801148 h 801147"/>
              <a:gd name="connsiteX23" fmla="*/ 617030 w 1023461"/>
              <a:gd name="connsiteY23" fmla="*/ 722186 h 801147"/>
              <a:gd name="connsiteX24" fmla="*/ 549783 w 1023461"/>
              <a:gd name="connsiteY24" fmla="*/ 523399 h 801147"/>
              <a:gd name="connsiteX25" fmla="*/ 663797 w 1023461"/>
              <a:gd name="connsiteY25" fmla="*/ 207645 h 801147"/>
              <a:gd name="connsiteX26" fmla="*/ 956215 w 1023461"/>
              <a:gd name="connsiteY26" fmla="*/ 2953 h 801147"/>
              <a:gd name="connsiteX27" fmla="*/ 1023461 w 1023461"/>
              <a:gd name="connsiteY27" fmla="*/ 125730 h 801147"/>
              <a:gd name="connsiteX28" fmla="*/ 902113 w 1023461"/>
              <a:gd name="connsiteY28" fmla="*/ 203168 h 801147"/>
              <a:gd name="connsiteX29" fmla="*/ 827437 w 1023461"/>
              <a:gd name="connsiteY29" fmla="*/ 301181 h 80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23461" h="801147">
                <a:moveTo>
                  <a:pt x="277749" y="298228"/>
                </a:moveTo>
                <a:cubicBezTo>
                  <a:pt x="262128" y="337280"/>
                  <a:pt x="275749" y="361569"/>
                  <a:pt x="318707" y="371285"/>
                </a:cubicBezTo>
                <a:cubicBezTo>
                  <a:pt x="351854" y="379095"/>
                  <a:pt x="384524" y="398621"/>
                  <a:pt x="416624" y="429768"/>
                </a:cubicBezTo>
                <a:cubicBezTo>
                  <a:pt x="448818" y="461010"/>
                  <a:pt x="464820" y="508730"/>
                  <a:pt x="464820" y="573024"/>
                </a:cubicBezTo>
                <a:cubicBezTo>
                  <a:pt x="464820" y="600361"/>
                  <a:pt x="459962" y="627126"/>
                  <a:pt x="450247" y="653415"/>
                </a:cubicBezTo>
                <a:cubicBezTo>
                  <a:pt x="440436" y="679704"/>
                  <a:pt x="425863" y="703612"/>
                  <a:pt x="406432" y="725043"/>
                </a:cubicBezTo>
                <a:cubicBezTo>
                  <a:pt x="386906" y="746474"/>
                  <a:pt x="362998" y="764096"/>
                  <a:pt x="334804" y="777716"/>
                </a:cubicBezTo>
                <a:cubicBezTo>
                  <a:pt x="306515" y="791337"/>
                  <a:pt x="273844" y="798195"/>
                  <a:pt x="236887" y="798195"/>
                </a:cubicBezTo>
                <a:cubicBezTo>
                  <a:pt x="168593" y="798195"/>
                  <a:pt x="112109" y="771906"/>
                  <a:pt x="67342" y="719233"/>
                </a:cubicBezTo>
                <a:cubicBezTo>
                  <a:pt x="22384" y="666655"/>
                  <a:pt x="0" y="600361"/>
                  <a:pt x="0" y="520446"/>
                </a:cubicBezTo>
                <a:cubicBezTo>
                  <a:pt x="0" y="397669"/>
                  <a:pt x="38005" y="292418"/>
                  <a:pt x="114014" y="204692"/>
                </a:cubicBezTo>
                <a:cubicBezTo>
                  <a:pt x="190024" y="116967"/>
                  <a:pt x="287465" y="48768"/>
                  <a:pt x="406432" y="0"/>
                </a:cubicBezTo>
                <a:lnTo>
                  <a:pt x="473678" y="122777"/>
                </a:lnTo>
                <a:cubicBezTo>
                  <a:pt x="428816" y="144209"/>
                  <a:pt x="388430" y="170021"/>
                  <a:pt x="352330" y="200216"/>
                </a:cubicBezTo>
                <a:cubicBezTo>
                  <a:pt x="316230" y="230505"/>
                  <a:pt x="291370" y="263176"/>
                  <a:pt x="277749" y="298228"/>
                </a:cubicBezTo>
                <a:close/>
                <a:moveTo>
                  <a:pt x="827437" y="301181"/>
                </a:moveTo>
                <a:cubicBezTo>
                  <a:pt x="811816" y="340233"/>
                  <a:pt x="825437" y="364522"/>
                  <a:pt x="868394" y="374237"/>
                </a:cubicBezTo>
                <a:cubicBezTo>
                  <a:pt x="901541" y="382048"/>
                  <a:pt x="934212" y="401574"/>
                  <a:pt x="966311" y="432721"/>
                </a:cubicBezTo>
                <a:cubicBezTo>
                  <a:pt x="998506" y="463963"/>
                  <a:pt x="1014508" y="511683"/>
                  <a:pt x="1014508" y="575977"/>
                </a:cubicBezTo>
                <a:cubicBezTo>
                  <a:pt x="1014508" y="603314"/>
                  <a:pt x="1009650" y="630079"/>
                  <a:pt x="999935" y="656368"/>
                </a:cubicBezTo>
                <a:cubicBezTo>
                  <a:pt x="990124" y="682657"/>
                  <a:pt x="975551" y="706565"/>
                  <a:pt x="956120" y="727996"/>
                </a:cubicBezTo>
                <a:cubicBezTo>
                  <a:pt x="936593" y="749427"/>
                  <a:pt x="912686" y="767048"/>
                  <a:pt x="884492" y="780669"/>
                </a:cubicBezTo>
                <a:cubicBezTo>
                  <a:pt x="856202" y="794290"/>
                  <a:pt x="823532" y="801148"/>
                  <a:pt x="786575" y="801148"/>
                </a:cubicBezTo>
                <a:cubicBezTo>
                  <a:pt x="718280" y="801148"/>
                  <a:pt x="661797" y="774859"/>
                  <a:pt x="617030" y="722186"/>
                </a:cubicBezTo>
                <a:cubicBezTo>
                  <a:pt x="572167" y="669512"/>
                  <a:pt x="549783" y="603314"/>
                  <a:pt x="549783" y="523399"/>
                </a:cubicBezTo>
                <a:cubicBezTo>
                  <a:pt x="549783" y="400622"/>
                  <a:pt x="587788" y="295370"/>
                  <a:pt x="663797" y="207645"/>
                </a:cubicBezTo>
                <a:cubicBezTo>
                  <a:pt x="739807" y="119920"/>
                  <a:pt x="837248" y="51721"/>
                  <a:pt x="956215" y="2953"/>
                </a:cubicBezTo>
                <a:lnTo>
                  <a:pt x="1023461" y="125730"/>
                </a:lnTo>
                <a:cubicBezTo>
                  <a:pt x="978599" y="147161"/>
                  <a:pt x="938213" y="172974"/>
                  <a:pt x="902113" y="203168"/>
                </a:cubicBezTo>
                <a:cubicBezTo>
                  <a:pt x="865918" y="233458"/>
                  <a:pt x="841058" y="266033"/>
                  <a:pt x="827437" y="301181"/>
                </a:cubicBezTo>
                <a:close/>
              </a:path>
            </a:pathLst>
          </a:custGeom>
          <a:solidFill>
            <a:srgbClr val="040000">
              <a:alpha val="19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12D3CD-C6AD-41EF-828C-F1B81005EF14}"/>
              </a:ext>
            </a:extLst>
          </p:cNvPr>
          <p:cNvSpPr txBox="1"/>
          <p:nvPr/>
        </p:nvSpPr>
        <p:spPr>
          <a:xfrm>
            <a:off x="3474492" y="2154984"/>
            <a:ext cx="5819823" cy="619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개발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및 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DT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직군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나눔바른고딕" panose="020B0603020101020101" pitchFamily="50" charset="-127"/>
              </a:rPr>
              <a:t>등  다양한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취업 상담 경력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나눔바른고딕" panose="020B0603020101020101" pitchFamily="50" charset="-127"/>
              </a:rPr>
              <a:t>과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노하우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나눔바른고딕" panose="020B0603020101020101" pitchFamily="50" charset="-127"/>
              </a:rPr>
              <a:t>를  바탕으로 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2B12D"/>
                </a:solidFill>
                <a:ea typeface="나눔바른고딕" panose="020B0603020101020101" pitchFamily="50" charset="-127"/>
              </a:rPr>
              <a:t>성공적인 취업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나눔바른고딕" panose="020B0603020101020101" pitchFamily="50" charset="-127"/>
              </a:rPr>
              <a:t>의 길로 안내하겠습니다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나눔바른고딕" panose="020B0603020101020101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809B955-88DA-45AF-BE7C-D3B4987996D3}"/>
              </a:ext>
            </a:extLst>
          </p:cNvPr>
          <p:cNvSpPr txBox="1"/>
          <p:nvPr/>
        </p:nvSpPr>
        <p:spPr>
          <a:xfrm>
            <a:off x="929085" y="5292799"/>
            <a:ext cx="1584176" cy="3216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92D050"/>
                </a:solidFill>
                <a:ea typeface="나눔바른고딕" panose="020B0603020101020101" pitchFamily="50" charset="-127"/>
              </a:rPr>
              <a:t>김 이 현 </a:t>
            </a:r>
            <a:endParaRPr lang="en-US" altLang="ko-KR" sz="16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92D050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86" name="사각형: 둥근 모서리 55">
            <a:extLst>
              <a:ext uri="{FF2B5EF4-FFF2-40B4-BE49-F238E27FC236}">
                <a16:creationId xmlns:a16="http://schemas.microsoft.com/office/drawing/2014/main" id="{023C497C-22C0-4331-85E4-5353C018CA0D}"/>
              </a:ext>
            </a:extLst>
          </p:cNvPr>
          <p:cNvSpPr/>
          <p:nvPr/>
        </p:nvSpPr>
        <p:spPr>
          <a:xfrm>
            <a:off x="6858869" y="3198252"/>
            <a:ext cx="3135139" cy="1616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/>
            <a:endParaRPr lang="ko-KR" altLang="en-US" sz="18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A9E5B55-BC5B-4119-9D7D-CEDE8E736954}"/>
              </a:ext>
            </a:extLst>
          </p:cNvPr>
          <p:cNvGrpSpPr/>
          <p:nvPr/>
        </p:nvGrpSpPr>
        <p:grpSpPr>
          <a:xfrm>
            <a:off x="7603044" y="2988543"/>
            <a:ext cx="1977731" cy="359810"/>
            <a:chOff x="3298425" y="3120088"/>
            <a:chExt cx="2551606" cy="596729"/>
          </a:xfrm>
          <a:solidFill>
            <a:srgbClr val="009900"/>
          </a:solidFill>
        </p:grpSpPr>
        <p:sp>
          <p:nvSpPr>
            <p:cNvPr id="88" name="사각형: 둥근 모서리 56">
              <a:extLst>
                <a:ext uri="{FF2B5EF4-FFF2-40B4-BE49-F238E27FC236}">
                  <a16:creationId xmlns:a16="http://schemas.microsoft.com/office/drawing/2014/main" id="{12D38DA7-D70A-43A0-8C7B-7F8F0D389B9C}"/>
                </a:ext>
              </a:extLst>
            </p:cNvPr>
            <p:cNvSpPr/>
            <p:nvPr/>
          </p:nvSpPr>
          <p:spPr>
            <a:xfrm flipH="1">
              <a:off x="3298425" y="3120088"/>
              <a:ext cx="2551606" cy="596729"/>
            </a:xfrm>
            <a:prstGeom prst="roundRect">
              <a:avLst>
                <a:gd name="adj" fmla="val 9644"/>
              </a:avLst>
            </a:prstGeom>
            <a:grpFill/>
            <a:ln w="2540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F6697C6-F675-4D15-BF63-F70472897F94}"/>
                </a:ext>
              </a:extLst>
            </p:cNvPr>
            <p:cNvSpPr txBox="1"/>
            <p:nvPr/>
          </p:nvSpPr>
          <p:spPr>
            <a:xfrm>
              <a:off x="3828664" y="3239800"/>
              <a:ext cx="1491133" cy="357304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나눔바른고딕" panose="020B0603020101020101" pitchFamily="50" charset="-127"/>
                </a:rPr>
                <a:t>상담분야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나눔바른고딕" panose="020B0603020101020101" pitchFamily="50" charset="-127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나눔바른고딕" panose="020B0603020101020101" pitchFamily="50" charset="-127"/>
                </a:rPr>
                <a:t>시간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1B0DC4EC-FC53-CBD0-83D6-EFF28D28BB34}"/>
              </a:ext>
            </a:extLst>
          </p:cNvPr>
          <p:cNvSpPr txBox="1"/>
          <p:nvPr/>
        </p:nvSpPr>
        <p:spPr>
          <a:xfrm>
            <a:off x="6892080" y="3403748"/>
            <a:ext cx="31155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000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대기업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중견기업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스타트업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취업 관련 전반 상담</a:t>
            </a:r>
            <a:endParaRPr kumimoji="1" lang="en-US" altLang="ko-KR" sz="1000" dirty="0">
              <a:ea typeface="나눔바른고딕" panose="020B0603020101020101" pitchFamily="50" charset="-127"/>
            </a:endParaRPr>
          </a:p>
          <a:p>
            <a:r>
              <a:rPr kumimoji="1" lang="en-US" altLang="ko-KR" sz="1000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이력서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 자소서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 포트폴리오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면접 클리닉 </a:t>
            </a:r>
            <a:endParaRPr kumimoji="1" lang="en-US" altLang="ko-KR" sz="1000" dirty="0">
              <a:ea typeface="나눔바른고딕" panose="020B0603020101020101" pitchFamily="50" charset="-127"/>
            </a:endParaRPr>
          </a:p>
          <a:p>
            <a:r>
              <a:rPr kumimoji="1" lang="en-US" altLang="ko-KR" sz="1000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직무분석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기업분석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직종전환</a:t>
            </a:r>
            <a:r>
              <a:rPr kumimoji="1" lang="en-US" altLang="ko-KR" sz="1000" dirty="0">
                <a:ea typeface="나눔바른고딕" panose="020B0603020101020101" pitchFamily="50" charset="-127"/>
              </a:rPr>
              <a:t> </a:t>
            </a:r>
            <a:r>
              <a:rPr kumimoji="1" lang="ko-KR" altLang="en-US" sz="1000" dirty="0">
                <a:ea typeface="나눔바른고딕" panose="020B0603020101020101" pitchFamily="50" charset="-127"/>
              </a:rPr>
              <a:t>등 커리어 패스 설정   </a:t>
            </a:r>
            <a:endParaRPr kumimoji="1" lang="en-US" altLang="ko-KR" sz="1000" dirty="0">
              <a:ea typeface="나눔바른고딕" panose="020B060302010102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ko-KR" sz="1000" dirty="0">
              <a:ea typeface="나눔바른고딕" panose="020B060302010102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1000" b="1" dirty="0">
                <a:ea typeface="나눔바른고딕" panose="020B0603020101020101" pitchFamily="50" charset="-127"/>
              </a:rPr>
              <a:t>◆ 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대면상담시간 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: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  화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목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/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금 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/ 10:00-17:00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1000" b="1" dirty="0">
                <a:ea typeface="나눔바른고딕" panose="020B0603020101020101" pitchFamily="50" charset="-127"/>
              </a:rPr>
              <a:t>                                    (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점심시간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 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제외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1000" b="1" dirty="0">
                <a:ea typeface="나눔바른고딕" panose="020B0603020101020101" pitchFamily="50" charset="-127"/>
              </a:rPr>
              <a:t>◆ 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상담장소 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: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 </a:t>
            </a:r>
            <a:r>
              <a:rPr kumimoji="1" lang="ko-KR" altLang="en-US" sz="1000" b="1" dirty="0" err="1">
                <a:ea typeface="나눔바른고딕" panose="020B0603020101020101" pitchFamily="50" charset="-127"/>
              </a:rPr>
              <a:t>잡코디룸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 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1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번 </a:t>
            </a:r>
            <a:endParaRPr kumimoji="1" lang="en-US" altLang="ko-KR" sz="1000" b="1" dirty="0">
              <a:ea typeface="나눔바른고딕" panose="020B0603020101020101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1000" b="1" dirty="0">
                <a:ea typeface="나눔바른고딕" panose="020B0603020101020101" pitchFamily="50" charset="-127"/>
              </a:rPr>
              <a:t>◆ E-mail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 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: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 </a:t>
            </a:r>
            <a:r>
              <a:rPr kumimoji="1" lang="en-US" altLang="ko-KR" sz="1000" b="1" dirty="0" err="1">
                <a:ea typeface="나눔바른고딕" panose="020B0603020101020101" pitchFamily="50" charset="-127"/>
              </a:rPr>
              <a:t>goodjob</a:t>
            </a:r>
            <a:r>
              <a:rPr kumimoji="1" lang="ko-KR" altLang="en-US" sz="1000" b="1" dirty="0">
                <a:ea typeface="나눔바른고딕" panose="020B0603020101020101" pitchFamily="50" charset="-127"/>
              </a:rPr>
              <a:t>＿</a:t>
            </a:r>
            <a:r>
              <a:rPr kumimoji="1" lang="en-US" altLang="ko-KR" sz="1000" b="1" dirty="0">
                <a:ea typeface="나눔바른고딕" panose="020B0603020101020101" pitchFamily="50" charset="-127"/>
              </a:rPr>
              <a:t>ih@naver.com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sz="1000" b="1" dirty="0">
                <a:ea typeface="나눔바른고딕" panose="020B0603020101020101" pitchFamily="50" charset="-127"/>
              </a:rPr>
              <a:t>◆ Mobile phone: 010-3701-2711</a:t>
            </a:r>
          </a:p>
        </p:txBody>
      </p:sp>
      <p:pic>
        <p:nvPicPr>
          <p:cNvPr id="91" name="Picture 4" descr="GitHub - kimbap918/SeSAC_3rd: 새싹의 3주년을 기념하며 캐릭터를 제작하고 작곡을 했습니다!">
            <a:extLst>
              <a:ext uri="{FF2B5EF4-FFF2-40B4-BE49-F238E27FC236}">
                <a16:creationId xmlns:a16="http://schemas.microsoft.com/office/drawing/2014/main" id="{939845FA-48E6-2856-4364-1A103283A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787" y="5348308"/>
            <a:ext cx="1204949" cy="133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4BB2A7F7-A725-3A30-1834-27DCA7CE44A6}"/>
              </a:ext>
            </a:extLst>
          </p:cNvPr>
          <p:cNvSpPr/>
          <p:nvPr/>
        </p:nvSpPr>
        <p:spPr>
          <a:xfrm>
            <a:off x="8431486" y="5058084"/>
            <a:ext cx="1297172" cy="1576386"/>
          </a:xfrm>
          <a:prstGeom prst="roundRect">
            <a:avLst>
              <a:gd name="adj" fmla="val 10929"/>
            </a:avLst>
          </a:prstGeom>
          <a:noFill/>
          <a:ln w="28575">
            <a:solidFill>
              <a:srgbClr val="B2D5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35FCCA7A-E7D9-3B76-3F26-5E29DF8DFC51}"/>
              </a:ext>
            </a:extLst>
          </p:cNvPr>
          <p:cNvSpPr/>
          <p:nvPr/>
        </p:nvSpPr>
        <p:spPr>
          <a:xfrm>
            <a:off x="8431486" y="5058084"/>
            <a:ext cx="1297172" cy="311112"/>
          </a:xfrm>
          <a:prstGeom prst="roundRect">
            <a:avLst>
              <a:gd name="adj" fmla="val 8641"/>
            </a:avLst>
          </a:prstGeom>
          <a:solidFill>
            <a:srgbClr val="B2D54E"/>
          </a:solidFill>
          <a:ln w="28575">
            <a:solidFill>
              <a:srgbClr val="B2D5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sz="14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5" name="내용 개체 틀 2">
            <a:extLst>
              <a:ext uri="{FF2B5EF4-FFF2-40B4-BE49-F238E27FC236}">
                <a16:creationId xmlns:a16="http://schemas.microsoft.com/office/drawing/2014/main" id="{AF2656C3-7A1A-7163-0AAC-54EA7F781EEB}"/>
              </a:ext>
            </a:extLst>
          </p:cNvPr>
          <p:cNvSpPr txBox="1">
            <a:spLocks/>
          </p:cNvSpPr>
          <p:nvPr/>
        </p:nvSpPr>
        <p:spPr>
          <a:xfrm>
            <a:off x="8622986" y="5026123"/>
            <a:ext cx="1140568" cy="55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kumimoji="1" lang="ko-KR" altLang="en-US" sz="1400" b="1" dirty="0">
                <a:solidFill>
                  <a:schemeClr val="bg1"/>
                </a:solidFill>
                <a:ea typeface="나눔바른고딕" panose="020B0603020101020101" pitchFamily="50" charset="-127"/>
              </a:rPr>
              <a:t>상담예약</a:t>
            </a:r>
            <a:endParaRPr kumimoji="1" lang="en-US" altLang="ko-KR" sz="1400" dirty="0">
              <a:solidFill>
                <a:schemeClr val="bg1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D4F37FB-508A-598D-07F0-87893CF66DFA}"/>
              </a:ext>
            </a:extLst>
          </p:cNvPr>
          <p:cNvSpPr/>
          <p:nvPr/>
        </p:nvSpPr>
        <p:spPr>
          <a:xfrm>
            <a:off x="3077563" y="5534216"/>
            <a:ext cx="3637568" cy="9907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ko-KR"/>
            </a:defPPr>
            <a:lvl1pPr marL="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kumimoji="1"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20000"/>
              </a:lnSpc>
            </a:pPr>
            <a:endParaRPr kumimoji="1"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</a:t>
            </a:r>
            <a:r>
              <a:rPr kumimoji="1" lang="en-US" altLang="ko-KR" sz="1100" b="1" dirty="0"/>
              <a:t> </a:t>
            </a:r>
            <a:r>
              <a:rPr kumimoji="1"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교육생 기초 질문</a:t>
            </a:r>
            <a:r>
              <a:rPr kumimoji="1"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(15</a:t>
            </a:r>
            <a:r>
              <a:rPr kumimoji="1"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문항</a:t>
            </a:r>
            <a:r>
              <a:rPr kumimoji="1"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)- </a:t>
            </a:r>
            <a:r>
              <a:rPr kumimoji="1" lang="ko-KR" altLang="en-US" sz="11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구글폼</a:t>
            </a:r>
            <a:r>
              <a:rPr kumimoji="1"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제출</a:t>
            </a:r>
            <a:endParaRPr kumimoji="1" lang="en-US" altLang="ko-KR" sz="11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kumimoji="1"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• </a:t>
            </a:r>
            <a:r>
              <a:rPr kumimoji="1"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이력서 작성하셔서  이메일 </a:t>
            </a:r>
            <a:r>
              <a:rPr kumimoji="1"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제출</a:t>
            </a:r>
            <a:endParaRPr kumimoji="1" lang="en-US" altLang="ko-KR" sz="11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defTabSz="914400"/>
            <a:endParaRPr lang="ko-KR" altLang="en-US" sz="18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D8A026-90C8-D596-5B98-40FD45D8707B}"/>
              </a:ext>
            </a:extLst>
          </p:cNvPr>
          <p:cNvGrpSpPr/>
          <p:nvPr/>
        </p:nvGrpSpPr>
        <p:grpSpPr>
          <a:xfrm>
            <a:off x="3476029" y="5025339"/>
            <a:ext cx="2697302" cy="359810"/>
            <a:chOff x="2833911" y="3120088"/>
            <a:chExt cx="3437390" cy="59672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63151A9-CA27-CA2A-26E9-F4EC56F23788}"/>
                </a:ext>
              </a:extLst>
            </p:cNvPr>
            <p:cNvSpPr/>
            <p:nvPr/>
          </p:nvSpPr>
          <p:spPr>
            <a:xfrm flipH="1">
              <a:off x="2833911" y="3120088"/>
              <a:ext cx="3437390" cy="596729"/>
            </a:xfrm>
            <a:prstGeom prst="roundRect">
              <a:avLst>
                <a:gd name="adj" fmla="val 9644"/>
              </a:avLst>
            </a:prstGeom>
            <a:solidFill>
              <a:srgbClr val="83C620"/>
            </a:solidFill>
            <a:ln w="25400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1" hangingPunct="1">
                <a:defRPr sz="2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7745AE-AF85-D84E-E3A8-8EB46CB020C0}"/>
                </a:ext>
              </a:extLst>
            </p:cNvPr>
            <p:cNvSpPr txBox="1"/>
            <p:nvPr/>
          </p:nvSpPr>
          <p:spPr>
            <a:xfrm>
              <a:off x="3116676" y="3239800"/>
              <a:ext cx="2915128" cy="35730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marL="0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1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a typeface="나눔바른고딕" panose="020B0603020101020101" pitchFamily="50" charset="-127"/>
                </a:rPr>
                <a:t>초기 상담 전 필수 제출 사항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A55801E-41CF-4E32-829B-DCFAAB008000}"/>
              </a:ext>
            </a:extLst>
          </p:cNvPr>
          <p:cNvSpPr txBox="1"/>
          <p:nvPr/>
        </p:nvSpPr>
        <p:spPr>
          <a:xfrm>
            <a:off x="3132123" y="3089853"/>
            <a:ext cx="3725600" cy="1723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00"/>
              </a:lnSpc>
            </a:pPr>
            <a:endParaRPr kumimoji="1"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ts val="1600"/>
              </a:lnSpc>
            </a:pPr>
            <a:endParaRPr kumimoji="1"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ko-KR" sz="1100" b="1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청년취업사관학교 </a:t>
            </a:r>
            <a:r>
              <a:rPr kumimoji="1" lang="ko-KR" altLang="en-US" sz="1100" b="1" dirty="0" err="1">
                <a:ea typeface="나눔바른고딕" panose="020B0603020101020101" pitchFamily="50" charset="-127"/>
              </a:rPr>
              <a:t>도봉캠</a:t>
            </a:r>
            <a:r>
              <a:rPr kumimoji="1" lang="en-US" altLang="ko-KR" sz="1100" b="1" dirty="0">
                <a:ea typeface="나눔바른고딕" panose="020B0603020101020101" pitchFamily="50" charset="-127"/>
              </a:rPr>
              <a:t>(2024.06~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 현재</a:t>
            </a:r>
            <a:r>
              <a:rPr kumimoji="1" lang="en-US" altLang="ko-KR" sz="1100" b="1" dirty="0">
                <a:ea typeface="나눔바른고딕" panose="020B0603020101020101" pitchFamily="50" charset="-127"/>
              </a:rPr>
              <a:t>)</a:t>
            </a:r>
          </a:p>
          <a:p>
            <a:pPr algn="just">
              <a:lnSpc>
                <a:spcPts val="1600"/>
              </a:lnSpc>
            </a:pPr>
            <a:r>
              <a:rPr kumimoji="1" lang="en-US" altLang="ko-KR" sz="1100" b="1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하나금융그룹 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– </a:t>
            </a:r>
            <a:r>
              <a:rPr kumimoji="1" lang="ko-KR" altLang="en-US" sz="1100" dirty="0">
                <a:ea typeface="나눔바른고딕" panose="020B0603020101020101" pitchFamily="50" charset="-127"/>
              </a:rPr>
              <a:t>하나 파워 온 커리어 컨설팅 </a:t>
            </a:r>
            <a:endParaRPr kumimoji="1" lang="en-US" altLang="ko-KR" sz="1100" dirty="0">
              <a:ea typeface="나눔바른고딕" panose="020B0603020101020101" pitchFamily="50" charset="-127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ko-KR" sz="1100" b="1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노사발전재단 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–  </a:t>
            </a:r>
            <a:r>
              <a:rPr kumimoji="1" lang="ko-KR" altLang="en-US" sz="1100" dirty="0">
                <a:ea typeface="나눔바른고딕" panose="020B0603020101020101" pitchFamily="50" charset="-127"/>
              </a:rPr>
              <a:t>커리어 컨설턴트</a:t>
            </a:r>
            <a:endParaRPr kumimoji="1" lang="en-US" altLang="ko-KR" sz="1100" dirty="0">
              <a:ea typeface="나눔바른고딕" panose="020B0603020101020101" pitchFamily="50" charset="-127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ko-KR" sz="1100" dirty="0">
                <a:ea typeface="나눔바른고딕" panose="020B0603020101020101" pitchFamily="50" charset="-127"/>
              </a:rPr>
              <a:t>                       (</a:t>
            </a:r>
            <a:r>
              <a:rPr kumimoji="1" lang="ko-KR" altLang="en-US" sz="1100" dirty="0" err="1">
                <a:ea typeface="나눔바른고딕" panose="020B0603020101020101" pitchFamily="50" charset="-127"/>
              </a:rPr>
              <a:t>폴리텍대학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, </a:t>
            </a:r>
            <a:r>
              <a:rPr kumimoji="1" lang="ko-KR" altLang="en-US" sz="1100" dirty="0">
                <a:ea typeface="나눔바른고딕" panose="020B0603020101020101" pitchFamily="50" charset="-127"/>
              </a:rPr>
              <a:t>방송통신대 등 취업 강의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)</a:t>
            </a:r>
          </a:p>
          <a:p>
            <a:pPr algn="just">
              <a:lnSpc>
                <a:spcPts val="1600"/>
              </a:lnSpc>
            </a:pPr>
            <a:r>
              <a:rPr kumimoji="1" lang="ko-KR" altLang="en-US" sz="1100" dirty="0">
                <a:ea typeface="나눔바른고딕" panose="020B0603020101020101" pitchFamily="50" charset="-127"/>
              </a:rPr>
              <a:t> </a:t>
            </a:r>
            <a:r>
              <a:rPr kumimoji="1" lang="en-US" altLang="ko-KR" sz="1100" b="1" dirty="0">
                <a:ea typeface="나눔바른고딕" panose="020B0603020101020101" pitchFamily="50" charset="-127"/>
              </a:rPr>
              <a:t>• 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성신여자대학교 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- </a:t>
            </a:r>
            <a:r>
              <a:rPr kumimoji="1" lang="ko-KR" altLang="en-US" sz="1100" dirty="0">
                <a:ea typeface="나눔바른고딕" panose="020B0603020101020101" pitchFamily="50" charset="-127"/>
              </a:rPr>
              <a:t>커리어 컨설턴트</a:t>
            </a:r>
            <a:endParaRPr kumimoji="1" lang="en-US" altLang="ko-KR" sz="1100" dirty="0">
              <a:ea typeface="나눔바른고딕" panose="020B0603020101020101" pitchFamily="50" charset="-127"/>
            </a:endParaRPr>
          </a:p>
          <a:p>
            <a:pPr algn="just">
              <a:lnSpc>
                <a:spcPts val="1600"/>
              </a:lnSpc>
            </a:pPr>
            <a:r>
              <a:rPr kumimoji="1" lang="en-US" altLang="ko-KR" sz="1100" b="1" dirty="0">
                <a:ea typeface="나눔바른고딕" panose="020B0603020101020101" pitchFamily="50" charset="-127"/>
              </a:rPr>
              <a:t> •</a:t>
            </a:r>
            <a:r>
              <a:rPr kumimoji="1" lang="en-US" altLang="ko-KR" sz="1100" b="1" dirty="0">
                <a:ea typeface="맑은 고딕"/>
              </a:rPr>
              <a:t> </a:t>
            </a:r>
            <a:r>
              <a:rPr kumimoji="1" lang="ko-KR" altLang="en-US" sz="1100" b="1" dirty="0">
                <a:ea typeface="나눔바른고딕" panose="020B0603020101020101" pitchFamily="50" charset="-127"/>
              </a:rPr>
              <a:t>커리어넷 </a:t>
            </a:r>
            <a:r>
              <a:rPr kumimoji="1" lang="en-US" altLang="ko-KR" sz="1100" dirty="0">
                <a:ea typeface="나눔바른고딕" panose="020B0603020101020101" pitchFamily="50" charset="-127"/>
              </a:rPr>
              <a:t>- </a:t>
            </a:r>
            <a:r>
              <a:rPr kumimoji="1" lang="ko-KR" altLang="en-US" sz="1100" dirty="0">
                <a:ea typeface="나눔바른고딕" panose="020B0603020101020101" pitchFamily="50" charset="-127"/>
              </a:rPr>
              <a:t>커리어 컨설턴트</a:t>
            </a:r>
            <a:endParaRPr kumimoji="1" lang="en-US" altLang="ko-KR" sz="1100" dirty="0">
              <a:ea typeface="나눔바른고딕" panose="020B0603020101020101" pitchFamily="50" charset="-127"/>
            </a:endParaRPr>
          </a:p>
        </p:txBody>
      </p:sp>
      <p:sp>
        <p:nvSpPr>
          <p:cNvPr id="2" name="그래픽 233">
            <a:extLst>
              <a:ext uri="{FF2B5EF4-FFF2-40B4-BE49-F238E27FC236}">
                <a16:creationId xmlns:a16="http://schemas.microsoft.com/office/drawing/2014/main" id="{647B19A7-605B-C444-D69D-10877435EE88}"/>
              </a:ext>
            </a:extLst>
          </p:cNvPr>
          <p:cNvSpPr/>
          <p:nvPr/>
        </p:nvSpPr>
        <p:spPr>
          <a:xfrm flipH="1">
            <a:off x="8011778" y="2463253"/>
            <a:ext cx="323958" cy="253266"/>
          </a:xfrm>
          <a:custGeom>
            <a:avLst/>
            <a:gdLst>
              <a:gd name="connsiteX0" fmla="*/ 277749 w 1023461"/>
              <a:gd name="connsiteY0" fmla="*/ 298228 h 801147"/>
              <a:gd name="connsiteX1" fmla="*/ 318707 w 1023461"/>
              <a:gd name="connsiteY1" fmla="*/ 371285 h 801147"/>
              <a:gd name="connsiteX2" fmla="*/ 416624 w 1023461"/>
              <a:gd name="connsiteY2" fmla="*/ 429768 h 801147"/>
              <a:gd name="connsiteX3" fmla="*/ 464820 w 1023461"/>
              <a:gd name="connsiteY3" fmla="*/ 573024 h 801147"/>
              <a:gd name="connsiteX4" fmla="*/ 450247 w 1023461"/>
              <a:gd name="connsiteY4" fmla="*/ 653415 h 801147"/>
              <a:gd name="connsiteX5" fmla="*/ 406432 w 1023461"/>
              <a:gd name="connsiteY5" fmla="*/ 725043 h 801147"/>
              <a:gd name="connsiteX6" fmla="*/ 334804 w 1023461"/>
              <a:gd name="connsiteY6" fmla="*/ 777716 h 801147"/>
              <a:gd name="connsiteX7" fmla="*/ 236887 w 1023461"/>
              <a:gd name="connsiteY7" fmla="*/ 798195 h 801147"/>
              <a:gd name="connsiteX8" fmla="*/ 67342 w 1023461"/>
              <a:gd name="connsiteY8" fmla="*/ 719233 h 801147"/>
              <a:gd name="connsiteX9" fmla="*/ 0 w 1023461"/>
              <a:gd name="connsiteY9" fmla="*/ 520446 h 801147"/>
              <a:gd name="connsiteX10" fmla="*/ 114014 w 1023461"/>
              <a:gd name="connsiteY10" fmla="*/ 204692 h 801147"/>
              <a:gd name="connsiteX11" fmla="*/ 406432 w 1023461"/>
              <a:gd name="connsiteY11" fmla="*/ 0 h 801147"/>
              <a:gd name="connsiteX12" fmla="*/ 473678 w 1023461"/>
              <a:gd name="connsiteY12" fmla="*/ 122777 h 801147"/>
              <a:gd name="connsiteX13" fmla="*/ 352330 w 1023461"/>
              <a:gd name="connsiteY13" fmla="*/ 200216 h 801147"/>
              <a:gd name="connsiteX14" fmla="*/ 277749 w 1023461"/>
              <a:gd name="connsiteY14" fmla="*/ 298228 h 801147"/>
              <a:gd name="connsiteX15" fmla="*/ 827437 w 1023461"/>
              <a:gd name="connsiteY15" fmla="*/ 301181 h 801147"/>
              <a:gd name="connsiteX16" fmla="*/ 868394 w 1023461"/>
              <a:gd name="connsiteY16" fmla="*/ 374237 h 801147"/>
              <a:gd name="connsiteX17" fmla="*/ 966311 w 1023461"/>
              <a:gd name="connsiteY17" fmla="*/ 432721 h 801147"/>
              <a:gd name="connsiteX18" fmla="*/ 1014508 w 1023461"/>
              <a:gd name="connsiteY18" fmla="*/ 575977 h 801147"/>
              <a:gd name="connsiteX19" fmla="*/ 999935 w 1023461"/>
              <a:gd name="connsiteY19" fmla="*/ 656368 h 801147"/>
              <a:gd name="connsiteX20" fmla="*/ 956120 w 1023461"/>
              <a:gd name="connsiteY20" fmla="*/ 727996 h 801147"/>
              <a:gd name="connsiteX21" fmla="*/ 884492 w 1023461"/>
              <a:gd name="connsiteY21" fmla="*/ 780669 h 801147"/>
              <a:gd name="connsiteX22" fmla="*/ 786575 w 1023461"/>
              <a:gd name="connsiteY22" fmla="*/ 801148 h 801147"/>
              <a:gd name="connsiteX23" fmla="*/ 617030 w 1023461"/>
              <a:gd name="connsiteY23" fmla="*/ 722186 h 801147"/>
              <a:gd name="connsiteX24" fmla="*/ 549783 w 1023461"/>
              <a:gd name="connsiteY24" fmla="*/ 523399 h 801147"/>
              <a:gd name="connsiteX25" fmla="*/ 663797 w 1023461"/>
              <a:gd name="connsiteY25" fmla="*/ 207645 h 801147"/>
              <a:gd name="connsiteX26" fmla="*/ 956215 w 1023461"/>
              <a:gd name="connsiteY26" fmla="*/ 2953 h 801147"/>
              <a:gd name="connsiteX27" fmla="*/ 1023461 w 1023461"/>
              <a:gd name="connsiteY27" fmla="*/ 125730 h 801147"/>
              <a:gd name="connsiteX28" fmla="*/ 902113 w 1023461"/>
              <a:gd name="connsiteY28" fmla="*/ 203168 h 801147"/>
              <a:gd name="connsiteX29" fmla="*/ 827437 w 1023461"/>
              <a:gd name="connsiteY29" fmla="*/ 301181 h 80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23461" h="801147">
                <a:moveTo>
                  <a:pt x="277749" y="298228"/>
                </a:moveTo>
                <a:cubicBezTo>
                  <a:pt x="262128" y="337280"/>
                  <a:pt x="275749" y="361569"/>
                  <a:pt x="318707" y="371285"/>
                </a:cubicBezTo>
                <a:cubicBezTo>
                  <a:pt x="351854" y="379095"/>
                  <a:pt x="384524" y="398621"/>
                  <a:pt x="416624" y="429768"/>
                </a:cubicBezTo>
                <a:cubicBezTo>
                  <a:pt x="448818" y="461010"/>
                  <a:pt x="464820" y="508730"/>
                  <a:pt x="464820" y="573024"/>
                </a:cubicBezTo>
                <a:cubicBezTo>
                  <a:pt x="464820" y="600361"/>
                  <a:pt x="459962" y="627126"/>
                  <a:pt x="450247" y="653415"/>
                </a:cubicBezTo>
                <a:cubicBezTo>
                  <a:pt x="440436" y="679704"/>
                  <a:pt x="425863" y="703612"/>
                  <a:pt x="406432" y="725043"/>
                </a:cubicBezTo>
                <a:cubicBezTo>
                  <a:pt x="386906" y="746474"/>
                  <a:pt x="362998" y="764096"/>
                  <a:pt x="334804" y="777716"/>
                </a:cubicBezTo>
                <a:cubicBezTo>
                  <a:pt x="306515" y="791337"/>
                  <a:pt x="273844" y="798195"/>
                  <a:pt x="236887" y="798195"/>
                </a:cubicBezTo>
                <a:cubicBezTo>
                  <a:pt x="168593" y="798195"/>
                  <a:pt x="112109" y="771906"/>
                  <a:pt x="67342" y="719233"/>
                </a:cubicBezTo>
                <a:cubicBezTo>
                  <a:pt x="22384" y="666655"/>
                  <a:pt x="0" y="600361"/>
                  <a:pt x="0" y="520446"/>
                </a:cubicBezTo>
                <a:cubicBezTo>
                  <a:pt x="0" y="397669"/>
                  <a:pt x="38005" y="292418"/>
                  <a:pt x="114014" y="204692"/>
                </a:cubicBezTo>
                <a:cubicBezTo>
                  <a:pt x="190024" y="116967"/>
                  <a:pt x="287465" y="48768"/>
                  <a:pt x="406432" y="0"/>
                </a:cubicBezTo>
                <a:lnTo>
                  <a:pt x="473678" y="122777"/>
                </a:lnTo>
                <a:cubicBezTo>
                  <a:pt x="428816" y="144209"/>
                  <a:pt x="388430" y="170021"/>
                  <a:pt x="352330" y="200216"/>
                </a:cubicBezTo>
                <a:cubicBezTo>
                  <a:pt x="316230" y="230505"/>
                  <a:pt x="291370" y="263176"/>
                  <a:pt x="277749" y="298228"/>
                </a:cubicBezTo>
                <a:close/>
                <a:moveTo>
                  <a:pt x="827437" y="301181"/>
                </a:moveTo>
                <a:cubicBezTo>
                  <a:pt x="811816" y="340233"/>
                  <a:pt x="825437" y="364522"/>
                  <a:pt x="868394" y="374237"/>
                </a:cubicBezTo>
                <a:cubicBezTo>
                  <a:pt x="901541" y="382048"/>
                  <a:pt x="934212" y="401574"/>
                  <a:pt x="966311" y="432721"/>
                </a:cubicBezTo>
                <a:cubicBezTo>
                  <a:pt x="998506" y="463963"/>
                  <a:pt x="1014508" y="511683"/>
                  <a:pt x="1014508" y="575977"/>
                </a:cubicBezTo>
                <a:cubicBezTo>
                  <a:pt x="1014508" y="603314"/>
                  <a:pt x="1009650" y="630079"/>
                  <a:pt x="999935" y="656368"/>
                </a:cubicBezTo>
                <a:cubicBezTo>
                  <a:pt x="990124" y="682657"/>
                  <a:pt x="975551" y="706565"/>
                  <a:pt x="956120" y="727996"/>
                </a:cubicBezTo>
                <a:cubicBezTo>
                  <a:pt x="936593" y="749427"/>
                  <a:pt x="912686" y="767048"/>
                  <a:pt x="884492" y="780669"/>
                </a:cubicBezTo>
                <a:cubicBezTo>
                  <a:pt x="856202" y="794290"/>
                  <a:pt x="823532" y="801148"/>
                  <a:pt x="786575" y="801148"/>
                </a:cubicBezTo>
                <a:cubicBezTo>
                  <a:pt x="718280" y="801148"/>
                  <a:pt x="661797" y="774859"/>
                  <a:pt x="617030" y="722186"/>
                </a:cubicBezTo>
                <a:cubicBezTo>
                  <a:pt x="572167" y="669512"/>
                  <a:pt x="549783" y="603314"/>
                  <a:pt x="549783" y="523399"/>
                </a:cubicBezTo>
                <a:cubicBezTo>
                  <a:pt x="549783" y="400622"/>
                  <a:pt x="587788" y="295370"/>
                  <a:pt x="663797" y="207645"/>
                </a:cubicBezTo>
                <a:cubicBezTo>
                  <a:pt x="739807" y="119920"/>
                  <a:pt x="837248" y="51721"/>
                  <a:pt x="956215" y="2953"/>
                </a:cubicBezTo>
                <a:lnTo>
                  <a:pt x="1023461" y="125730"/>
                </a:lnTo>
                <a:cubicBezTo>
                  <a:pt x="978599" y="147161"/>
                  <a:pt x="938213" y="172974"/>
                  <a:pt x="902113" y="203168"/>
                </a:cubicBezTo>
                <a:cubicBezTo>
                  <a:pt x="865918" y="233458"/>
                  <a:pt x="841058" y="266033"/>
                  <a:pt x="827437" y="301181"/>
                </a:cubicBezTo>
                <a:close/>
              </a:path>
            </a:pathLst>
          </a:custGeom>
          <a:solidFill>
            <a:srgbClr val="040000">
              <a:alpha val="19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DB9CDB-9F28-B558-0F7C-AF39EB3FA1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3" y="5674221"/>
            <a:ext cx="710714" cy="7107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DACBB3-5D01-13C9-6921-5993C95A7E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14" y="5409521"/>
            <a:ext cx="1180338" cy="118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CA1290845A056459D476E2C213B3F53" ma:contentTypeVersion="17" ma:contentTypeDescription="새 문서를 만듭니다." ma:contentTypeScope="" ma:versionID="b31e2643520236704284ba0595a40c2e">
  <xsd:schema xmlns:xsd="http://www.w3.org/2001/XMLSchema" xmlns:xs="http://www.w3.org/2001/XMLSchema" xmlns:p="http://schemas.microsoft.com/office/2006/metadata/properties" xmlns:ns2="e8436423-90a3-46c8-bd46-1e1cecedb007" xmlns:ns3="a120c1e8-a446-4e09-9aee-0a1d1d09d782" targetNamespace="http://schemas.microsoft.com/office/2006/metadata/properties" ma:root="true" ma:fieldsID="259acc478b6085fc1f220c47c0340608" ns2:_="" ns3:_="">
    <xsd:import namespace="e8436423-90a3-46c8-bd46-1e1cecedb007"/>
    <xsd:import namespace="a120c1e8-a446-4e09-9aee-0a1d1d09d7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36423-90a3-46c8-bd46-1e1cecedb0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6f833a81-9511-4c57-b568-e9df9f7c5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c1e8-a446-4e09-9aee-0a1d1d09d78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4802528-7a90-4a9e-8d00-641cab3850e0}" ma:internalName="TaxCatchAll" ma:showField="CatchAllData" ma:web="a120c1e8-a446-4e09-9aee-0a1d1d09d7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436423-90a3-46c8-bd46-1e1cecedb007">
      <Terms xmlns="http://schemas.microsoft.com/office/infopath/2007/PartnerControls"/>
    </lcf76f155ced4ddcb4097134ff3c332f>
    <TaxCatchAll xmlns="a120c1e8-a446-4e09-9aee-0a1d1d09d782" xsi:nil="true"/>
  </documentManagement>
</p:properties>
</file>

<file path=customXml/itemProps1.xml><?xml version="1.0" encoding="utf-8"?>
<ds:datastoreItem xmlns:ds="http://schemas.openxmlformats.org/officeDocument/2006/customXml" ds:itemID="{F6BE5C46-AD03-4934-B141-B851131075FB}"/>
</file>

<file path=customXml/itemProps2.xml><?xml version="1.0" encoding="utf-8"?>
<ds:datastoreItem xmlns:ds="http://schemas.openxmlformats.org/officeDocument/2006/customXml" ds:itemID="{D1646DE9-5C32-407E-A6F4-81A285EF508E}"/>
</file>

<file path=customXml/itemProps3.xml><?xml version="1.0" encoding="utf-8"?>
<ds:datastoreItem xmlns:ds="http://schemas.openxmlformats.org/officeDocument/2006/customXml" ds:itemID="{D317EC88-8F85-4DD3-8359-5557291B7F48}"/>
</file>

<file path=docProps/app.xml><?xml version="1.0" encoding="utf-8"?>
<Properties xmlns="http://schemas.openxmlformats.org/officeDocument/2006/extended-properties" xmlns:vt="http://schemas.openxmlformats.org/officeDocument/2006/docPropsVTypes">
  <TotalTime>18779</TotalTime>
  <Words>167</Words>
  <Application>Microsoft Office PowerPoint</Application>
  <PresentationFormat>사용자 지정</PresentationFormat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나눔바른고딕</vt:lpstr>
      <vt:lpstr>맑은 고딕</vt:lpstr>
      <vt:lpstr>나눔고딕 ExtraBold</vt:lpstr>
      <vt:lpstr>KoPub돋움체 Bold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susoft</dc:creator>
  <cp:lastModifiedBy>(주)한국경영인증원</cp:lastModifiedBy>
  <cp:revision>651</cp:revision>
  <cp:lastPrinted>2023-08-23T07:32:46Z</cp:lastPrinted>
  <dcterms:created xsi:type="dcterms:W3CDTF">2014-04-15T00:30:20Z</dcterms:created>
  <dcterms:modified xsi:type="dcterms:W3CDTF">2025-10-30T01:12:33Z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0x0101002CA1290845A056459D476E2C213B3F53</vt:lpwstr>
  </property>
</Properties>
</file>